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95" r:id="rId3"/>
    <p:sldId id="259" r:id="rId4"/>
    <p:sldId id="257" r:id="rId5"/>
    <p:sldId id="258" r:id="rId6"/>
    <p:sldId id="294" r:id="rId7"/>
    <p:sldId id="293" r:id="rId8"/>
    <p:sldId id="260" r:id="rId9"/>
    <p:sldId id="289" r:id="rId10"/>
    <p:sldId id="270" r:id="rId11"/>
    <p:sldId id="261" r:id="rId12"/>
    <p:sldId id="271" r:id="rId13"/>
    <p:sldId id="273" r:id="rId14"/>
    <p:sldId id="272" r:id="rId15"/>
    <p:sldId id="275" r:id="rId16"/>
    <p:sldId id="274" r:id="rId17"/>
    <p:sldId id="278" r:id="rId18"/>
    <p:sldId id="277" r:id="rId19"/>
    <p:sldId id="276" r:id="rId20"/>
    <p:sldId id="282" r:id="rId21"/>
    <p:sldId id="281" r:id="rId22"/>
    <p:sldId id="280" r:id="rId23"/>
    <p:sldId id="279" r:id="rId24"/>
    <p:sldId id="283" r:id="rId25"/>
    <p:sldId id="284" r:id="rId26"/>
    <p:sldId id="285" r:id="rId27"/>
    <p:sldId id="287" r:id="rId28"/>
    <p:sldId id="290" r:id="rId29"/>
    <p:sldId id="291" r:id="rId30"/>
    <p:sldId id="29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-582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16/06/2020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Racanati Amedeo </a:t>
            </a:r>
            <a:r>
              <a:rPr lang="it-IT" sz="1600" dirty="0"/>
              <a:t>928869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 Angelo 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0" y="156762"/>
            <a:ext cx="12192000" cy="1320800"/>
          </a:xfrm>
        </p:spPr>
        <p:txBody>
          <a:bodyPr/>
          <a:lstStyle/>
          <a:p>
            <a:pPr algn="ctr"/>
            <a:r>
              <a:rPr lang="it-IT" dirty="0" smtClean="0"/>
              <a:t>Obiettivi del progetto</a:t>
            </a:r>
            <a:endParaRPr lang="it-IT" dirty="0"/>
          </a:p>
        </p:txBody>
      </p:sp>
      <p:sp>
        <p:nvSpPr>
          <p:cNvPr id="2" name="Rettangolo 1"/>
          <p:cNvSpPr/>
          <p:nvPr/>
        </p:nvSpPr>
        <p:spPr>
          <a:xfrm>
            <a:off x="212162" y="1595838"/>
            <a:ext cx="9379491" cy="44012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Analisi dei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tweet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relativo conteggio di parole, </a:t>
            </a:r>
            <a:b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</a:b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ed emoticon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Generazione word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cloud</a:t>
            </a: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Comparazione dei risultati con le risorse lessicali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Comparazione delle prestazioni tra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MariaDB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e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MongoDB</a:t>
            </a: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4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0" y="1026849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br>
              <a:rPr lang="it-IT" dirty="0" smtClean="0"/>
            </a:br>
            <a:r>
              <a:rPr lang="it-IT" dirty="0" smtClean="0"/>
              <a:t>degli shard in 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396909" y="2814715"/>
            <a:ext cx="34020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La comunicazione tra i due host è gestita mediante richieste HTTP POST con dati codificati in </a:t>
            </a:r>
            <a:r>
              <a:rPr lang="it-IT" dirty="0" smtClean="0"/>
              <a:t>JSON</a:t>
            </a:r>
            <a:endParaRPr lang="it-IT" dirty="0" smtClean="0"/>
          </a:p>
        </p:txBody>
      </p:sp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="" xmlns:a16="http://schemas.microsoft.com/office/drawing/2014/main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0" y="274638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dirty="0"/>
              <a:t>Elenco mappe generate</a:t>
            </a:r>
            <a:endParaRPr lang="it-IT" dirty="0"/>
          </a:p>
        </p:txBody>
      </p:sp>
      <p:sp>
        <p:nvSpPr>
          <p:cNvPr id="6" name="Segnaposto contenuto 2">
            <a:extLst>
              <a:ext uri="{FF2B5EF4-FFF2-40B4-BE49-F238E27FC236}">
                <a16:creationId xmlns="" xmlns:a16="http://schemas.microsoft.com/office/drawing/2014/main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2584023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Hashtag Map: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</a:t>
            </a:r>
            <a:r>
              <a:rPr lang="it-IT" sz="19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le 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="" xmlns:a16="http://schemas.microsoft.com/office/drawing/2014/main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Emoji Map: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emoji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le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="" xmlns:a16="http://schemas.microsoft.com/office/drawing/2014/main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0" y="0"/>
            <a:ext cx="12333646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classi implementate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14296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="" xmlns:a16="http://schemas.microsoft.com/office/drawing/2014/main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="" xmlns:a16="http://schemas.microsoft.com/office/drawing/2014/main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="" xmlns:a16="http://schemas.microsoft.com/office/drawing/2014/main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</a:t>
                      </a:r>
                      <a:r>
                        <a:rPr lang="it-IT" baseline="0" dirty="0" smtClean="0"/>
                        <a:t>Lemmatizzazione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3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quante delle parole conteggiate sono presenti anche nelle risorse. Il secondo gruppo indica quante parole delle risorse sono state trovate anche nei nostri conteggi.</a:t>
            </a:r>
          </a:p>
          <a:p>
            <a:r>
              <a:rPr lang="it-IT" dirty="0" smtClean="0"/>
              <a:t>L’ultima colonna indica le nuove parole trovate non appartenenti a nessuna risorsa.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tweet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dirty="0" smtClean="0"/>
              <a:t>Inoltre </a:t>
            </a:r>
            <a:r>
              <a:rPr lang="it-IT" dirty="0"/>
              <a:t>la fase di inizializzazione per il </a:t>
            </a:r>
            <a:r>
              <a:rPr lang="it-IT" dirty="0" smtClean="0"/>
              <a:t>cluster in </a:t>
            </a:r>
            <a:r>
              <a:rPr lang="it-IT" dirty="0" err="1" smtClean="0"/>
              <a:t>MongoDB</a:t>
            </a:r>
            <a:r>
              <a:rPr lang="it-IT" dirty="0" smtClean="0"/>
              <a:t> è </a:t>
            </a:r>
            <a:r>
              <a:rPr lang="it-IT" dirty="0"/>
              <a:t>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shard.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tweets</a:t>
            </a:r>
          </a:p>
          <a:p>
            <a:r>
              <a:rPr lang="it-IT" sz="1400" dirty="0" smtClean="0"/>
              <a:t>- Primary node: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/>
              <a:t>Cpu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Secondary node:</a:t>
            </a:r>
          </a:p>
          <a:p>
            <a:r>
              <a:rPr lang="it-IT" sz="1400" dirty="0" smtClean="0"/>
              <a:t>Cpu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tweets</a:t>
            </a:r>
            <a:endParaRPr lang="it-IT" sz="1400" dirty="0"/>
          </a:p>
          <a:p>
            <a:r>
              <a:rPr lang="it-IT" sz="1400" dirty="0" smtClean="0"/>
              <a:t>Con </a:t>
            </a:r>
            <a:r>
              <a:rPr lang="it-IT" sz="1400" dirty="0" err="1" smtClean="0"/>
              <a:t>cpu</a:t>
            </a:r>
            <a:r>
              <a:rPr lang="it-IT" sz="1400" dirty="0" smtClean="0"/>
              <a:t> al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PRESTAZIONI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*Primary working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752</TotalTime>
  <Words>437</Words>
  <Application>Microsoft Office PowerPoint</Application>
  <PresentationFormat>Personalizzato</PresentationFormat>
  <Paragraphs>167</Paragraphs>
  <Slides>30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1" baseType="lpstr">
      <vt:lpstr>Sfaccettatura</vt:lpstr>
      <vt:lpstr>Presentazione standard di PowerPoint</vt:lpstr>
      <vt:lpstr>Obiettivi del progetto</vt:lpstr>
      <vt:lpstr>Presentazione standard di PowerPoint</vt:lpstr>
      <vt:lpstr>Schema dei dati</vt:lpstr>
      <vt:lpstr>Architettura degli shard in MongoDB</vt:lpstr>
      <vt:lpstr>Pipeline di elaborazione delle mappe in MongoDB</vt:lpstr>
      <vt:lpstr>Presentazione standard di PowerPoint</vt:lpstr>
      <vt:lpstr>Schema delle classi implementate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PRESTAZIONI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Utente Windows</cp:lastModifiedBy>
  <cp:revision>80</cp:revision>
  <dcterms:created xsi:type="dcterms:W3CDTF">2020-05-07T15:09:40Z</dcterms:created>
  <dcterms:modified xsi:type="dcterms:W3CDTF">2020-06-16T13:51:26Z</dcterms:modified>
</cp:coreProperties>
</file>